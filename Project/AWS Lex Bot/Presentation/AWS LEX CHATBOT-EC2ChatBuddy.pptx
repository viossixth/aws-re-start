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224AFD-A76B-4520-9B32-EE9EBBF1B92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03B0C9-D627-4580-A5EE-A5AC1AF88497}">
      <dgm:prSet/>
      <dgm:spPr/>
      <dgm:t>
        <a:bodyPr/>
        <a:lstStyle/>
        <a:p>
          <a:r>
            <a:rPr lang="en-ZA"/>
            <a:t>Topic – EC2</a:t>
          </a:r>
          <a:endParaRPr lang="en-US"/>
        </a:p>
      </dgm:t>
    </dgm:pt>
    <dgm:pt modelId="{001BA6EB-23F3-4AF6-AA9E-32275A811325}" cxnId="{A2843EBA-5704-4304-8AD0-8398CB8D8708}" type="parTrans">
      <dgm:prSet/>
      <dgm:spPr/>
      <dgm:t>
        <a:bodyPr/>
        <a:lstStyle/>
        <a:p>
          <a:endParaRPr lang="en-US"/>
        </a:p>
      </dgm:t>
    </dgm:pt>
    <dgm:pt modelId="{47DB4AB9-9D8B-4EB9-98EC-A75AB444CE58}" cxnId="{A2843EBA-5704-4304-8AD0-8398CB8D8708}" type="sibTrans">
      <dgm:prSet/>
      <dgm:spPr/>
      <dgm:t>
        <a:bodyPr/>
        <a:lstStyle/>
        <a:p>
          <a:endParaRPr lang="en-US"/>
        </a:p>
      </dgm:t>
    </dgm:pt>
    <dgm:pt modelId="{F16CDCD1-DC9F-40E5-8BD9-3EED7E0A23AE}">
      <dgm:prSet/>
      <dgm:spPr/>
      <dgm:t>
        <a:bodyPr/>
        <a:lstStyle/>
        <a:p>
          <a:r>
            <a:rPr lang="en-ZA"/>
            <a:t>Multiple-choice questions</a:t>
          </a:r>
          <a:endParaRPr lang="en-US"/>
        </a:p>
      </dgm:t>
    </dgm:pt>
    <dgm:pt modelId="{05ED6211-C507-4BD1-9C1D-7C62B8146F8B}" cxnId="{0186FAC7-1BB1-4906-B5A4-6852DDA77667}" type="parTrans">
      <dgm:prSet/>
      <dgm:spPr/>
      <dgm:t>
        <a:bodyPr/>
        <a:lstStyle/>
        <a:p>
          <a:endParaRPr lang="en-US"/>
        </a:p>
      </dgm:t>
    </dgm:pt>
    <dgm:pt modelId="{C2102D3E-1870-488F-8410-3FCD450C0072}" cxnId="{0186FAC7-1BB1-4906-B5A4-6852DDA77667}" type="sibTrans">
      <dgm:prSet/>
      <dgm:spPr/>
      <dgm:t>
        <a:bodyPr/>
        <a:lstStyle/>
        <a:p>
          <a:endParaRPr lang="en-US"/>
        </a:p>
      </dgm:t>
    </dgm:pt>
    <dgm:pt modelId="{ACAAFCBB-75FF-4570-820F-9BDDC343A758}">
      <dgm:prSet/>
      <dgm:spPr/>
      <dgm:t>
        <a:bodyPr/>
        <a:lstStyle/>
        <a:p>
          <a:r>
            <a:rPr lang="en-ZA"/>
            <a:t>Feedback for correct and incorrect answers </a:t>
          </a:r>
          <a:endParaRPr lang="en-US"/>
        </a:p>
      </dgm:t>
    </dgm:pt>
    <dgm:pt modelId="{5A454C0C-D4A5-42E4-9EE9-83DB196198AE}" cxnId="{A0E2A626-DC69-4D4A-8811-8BC846FDD803}" type="parTrans">
      <dgm:prSet/>
      <dgm:spPr/>
      <dgm:t>
        <a:bodyPr/>
        <a:lstStyle/>
        <a:p>
          <a:endParaRPr lang="en-US"/>
        </a:p>
      </dgm:t>
    </dgm:pt>
    <dgm:pt modelId="{281615FC-E796-4319-B694-C38D0B911FCE}" cxnId="{A0E2A626-DC69-4D4A-8811-8BC846FDD803}" type="sibTrans">
      <dgm:prSet/>
      <dgm:spPr/>
      <dgm:t>
        <a:bodyPr/>
        <a:lstStyle/>
        <a:p>
          <a:endParaRPr lang="en-US"/>
        </a:p>
      </dgm:t>
    </dgm:pt>
    <dgm:pt modelId="{A2E2A378-C566-4A5A-936B-A264598C7C5F}">
      <dgm:prSet/>
      <dgm:spPr/>
      <dgm:t>
        <a:bodyPr/>
        <a:lstStyle/>
        <a:p>
          <a:r>
            <a:rPr lang="en-ZA"/>
            <a:t>Easy to use an d educational  </a:t>
          </a:r>
          <a:endParaRPr lang="en-US"/>
        </a:p>
      </dgm:t>
    </dgm:pt>
    <dgm:pt modelId="{5B67B465-0019-4C54-8501-62EA1ED00361}" cxnId="{CDDA44CE-DD6B-4BA7-A2F2-B624E52DDE2D}" type="parTrans">
      <dgm:prSet/>
      <dgm:spPr/>
      <dgm:t>
        <a:bodyPr/>
        <a:lstStyle/>
        <a:p>
          <a:endParaRPr lang="en-US"/>
        </a:p>
      </dgm:t>
    </dgm:pt>
    <dgm:pt modelId="{7EC9C437-01A3-46E6-9331-D1B7A7693FF6}" cxnId="{CDDA44CE-DD6B-4BA7-A2F2-B624E52DDE2D}" type="sibTrans">
      <dgm:prSet/>
      <dgm:spPr/>
      <dgm:t>
        <a:bodyPr/>
        <a:lstStyle/>
        <a:p>
          <a:endParaRPr lang="en-US"/>
        </a:p>
      </dgm:t>
    </dgm:pt>
    <dgm:pt modelId="{9EE0BA9C-3289-44BA-9F60-1E74A076AFEE}">
      <dgm:prSet/>
      <dgm:spPr/>
      <dgm:t>
        <a:bodyPr/>
        <a:lstStyle/>
        <a:p>
          <a:r>
            <a:rPr lang="en-ZA"/>
            <a:t>Interactive quiz chatbot</a:t>
          </a:r>
          <a:endParaRPr lang="en-US"/>
        </a:p>
      </dgm:t>
    </dgm:pt>
    <dgm:pt modelId="{28DDB21C-BE2B-4403-9E8D-5E6D37141C0F}" cxnId="{1A9EAA05-CF32-4FD8-B594-86CC4A4CEF7F}" type="sibTrans">
      <dgm:prSet/>
      <dgm:spPr/>
      <dgm:t>
        <a:bodyPr/>
        <a:lstStyle/>
        <a:p>
          <a:endParaRPr lang="en-US"/>
        </a:p>
      </dgm:t>
    </dgm:pt>
    <dgm:pt modelId="{DBEA40B8-3745-4FD1-8878-1A43DD14CEDE}" cxnId="{1A9EAA05-CF32-4FD8-B594-86CC4A4CEF7F}" type="parTrans">
      <dgm:prSet/>
      <dgm:spPr/>
      <dgm:t>
        <a:bodyPr/>
        <a:lstStyle/>
        <a:p>
          <a:endParaRPr lang="en-US"/>
        </a:p>
      </dgm:t>
    </dgm:pt>
    <dgm:pt modelId="{57F7D494-E593-4570-85C4-23D88836011E}" type="pres">
      <dgm:prSet presAssocID="{A2224AFD-A76B-4520-9B32-EE9EBBF1B92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42913C9-2EC2-44C3-ADA2-126332C81604}" type="pres">
      <dgm:prSet presAssocID="{9EE0BA9C-3289-44BA-9F60-1E74A076AFEE}" presName="hierRoot1" presStyleCnt="0"/>
      <dgm:spPr/>
    </dgm:pt>
    <dgm:pt modelId="{66F89EF3-4290-45CC-B536-C6A0AB141064}" type="pres">
      <dgm:prSet presAssocID="{9EE0BA9C-3289-44BA-9F60-1E74A076AFEE}" presName="composite" presStyleCnt="0"/>
      <dgm:spPr/>
    </dgm:pt>
    <dgm:pt modelId="{5D94F197-0ADB-44D7-9285-D3EA5D23AAFF}" type="pres">
      <dgm:prSet presAssocID="{9EE0BA9C-3289-44BA-9F60-1E74A076AFEE}" presName="background" presStyleLbl="node0" presStyleIdx="0" presStyleCnt="5"/>
      <dgm:spPr/>
    </dgm:pt>
    <dgm:pt modelId="{AD0ACB62-376D-4117-855E-8049D12B11BA}" type="pres">
      <dgm:prSet presAssocID="{9EE0BA9C-3289-44BA-9F60-1E74A076AFEE}" presName="text" presStyleLbl="fgAcc0" presStyleIdx="0" presStyleCnt="5">
        <dgm:presLayoutVars>
          <dgm:chPref val="3"/>
        </dgm:presLayoutVars>
      </dgm:prSet>
      <dgm:spPr/>
    </dgm:pt>
    <dgm:pt modelId="{E5F17FC5-CB20-4B73-BC8C-863FE09840FF}" type="pres">
      <dgm:prSet presAssocID="{9EE0BA9C-3289-44BA-9F60-1E74A076AFEE}" presName="hierChild2" presStyleCnt="0"/>
      <dgm:spPr/>
    </dgm:pt>
    <dgm:pt modelId="{7D5FBDC5-0A55-4A43-BE9C-71E5C7AA58E8}" type="pres">
      <dgm:prSet presAssocID="{2603B0C9-D627-4580-A5EE-A5AC1AF88497}" presName="hierRoot1" presStyleCnt="0"/>
      <dgm:spPr/>
    </dgm:pt>
    <dgm:pt modelId="{4785BD81-9932-4A11-9B43-BCDA12B920F6}" type="pres">
      <dgm:prSet presAssocID="{2603B0C9-D627-4580-A5EE-A5AC1AF88497}" presName="composite" presStyleCnt="0"/>
      <dgm:spPr/>
    </dgm:pt>
    <dgm:pt modelId="{641409B6-014D-4E92-8F55-C23231C25F90}" type="pres">
      <dgm:prSet presAssocID="{2603B0C9-D627-4580-A5EE-A5AC1AF88497}" presName="background" presStyleLbl="node0" presStyleIdx="1" presStyleCnt="5"/>
      <dgm:spPr/>
    </dgm:pt>
    <dgm:pt modelId="{87EF8155-928B-4D42-9E13-7645B5ABE372}" type="pres">
      <dgm:prSet presAssocID="{2603B0C9-D627-4580-A5EE-A5AC1AF88497}" presName="text" presStyleLbl="fgAcc0" presStyleIdx="1" presStyleCnt="5">
        <dgm:presLayoutVars>
          <dgm:chPref val="3"/>
        </dgm:presLayoutVars>
      </dgm:prSet>
      <dgm:spPr/>
    </dgm:pt>
    <dgm:pt modelId="{CE6F0BC3-17B3-4207-8F5D-C7E736710A68}" type="pres">
      <dgm:prSet presAssocID="{2603B0C9-D627-4580-A5EE-A5AC1AF88497}" presName="hierChild2" presStyleCnt="0"/>
      <dgm:spPr/>
    </dgm:pt>
    <dgm:pt modelId="{0B2E0785-138F-4EB6-80A8-34DA87DD7466}" type="pres">
      <dgm:prSet presAssocID="{F16CDCD1-DC9F-40E5-8BD9-3EED7E0A23AE}" presName="hierRoot1" presStyleCnt="0"/>
      <dgm:spPr/>
    </dgm:pt>
    <dgm:pt modelId="{1A1A1455-30CE-4FCF-B98E-7354BB666269}" type="pres">
      <dgm:prSet presAssocID="{F16CDCD1-DC9F-40E5-8BD9-3EED7E0A23AE}" presName="composite" presStyleCnt="0"/>
      <dgm:spPr/>
    </dgm:pt>
    <dgm:pt modelId="{0EB09C32-BF60-43E4-9906-19F094F3EAB9}" type="pres">
      <dgm:prSet presAssocID="{F16CDCD1-DC9F-40E5-8BD9-3EED7E0A23AE}" presName="background" presStyleLbl="node0" presStyleIdx="2" presStyleCnt="5"/>
      <dgm:spPr/>
    </dgm:pt>
    <dgm:pt modelId="{E18778D4-EFE7-4858-883C-A54553C1DA61}" type="pres">
      <dgm:prSet presAssocID="{F16CDCD1-DC9F-40E5-8BD9-3EED7E0A23AE}" presName="text" presStyleLbl="fgAcc0" presStyleIdx="2" presStyleCnt="5">
        <dgm:presLayoutVars>
          <dgm:chPref val="3"/>
        </dgm:presLayoutVars>
      </dgm:prSet>
      <dgm:spPr/>
    </dgm:pt>
    <dgm:pt modelId="{15663278-2172-45EB-8248-86EB504580E7}" type="pres">
      <dgm:prSet presAssocID="{F16CDCD1-DC9F-40E5-8BD9-3EED7E0A23AE}" presName="hierChild2" presStyleCnt="0"/>
      <dgm:spPr/>
    </dgm:pt>
    <dgm:pt modelId="{84EFD4FA-4499-4DE9-A0E6-F1EBEC15EBAC}" type="pres">
      <dgm:prSet presAssocID="{ACAAFCBB-75FF-4570-820F-9BDDC343A758}" presName="hierRoot1" presStyleCnt="0"/>
      <dgm:spPr/>
    </dgm:pt>
    <dgm:pt modelId="{E030BD12-FAE4-4350-BAD4-062DEE288A5F}" type="pres">
      <dgm:prSet presAssocID="{ACAAFCBB-75FF-4570-820F-9BDDC343A758}" presName="composite" presStyleCnt="0"/>
      <dgm:spPr/>
    </dgm:pt>
    <dgm:pt modelId="{124E1516-BBC9-4CC5-B5DE-B118C810FB80}" type="pres">
      <dgm:prSet presAssocID="{ACAAFCBB-75FF-4570-820F-9BDDC343A758}" presName="background" presStyleLbl="node0" presStyleIdx="3" presStyleCnt="5"/>
      <dgm:spPr/>
    </dgm:pt>
    <dgm:pt modelId="{AD9A4BA8-52D4-48C3-884A-462AD86B4B4E}" type="pres">
      <dgm:prSet presAssocID="{ACAAFCBB-75FF-4570-820F-9BDDC343A758}" presName="text" presStyleLbl="fgAcc0" presStyleIdx="3" presStyleCnt="5">
        <dgm:presLayoutVars>
          <dgm:chPref val="3"/>
        </dgm:presLayoutVars>
      </dgm:prSet>
      <dgm:spPr/>
    </dgm:pt>
    <dgm:pt modelId="{05D5FB1C-81F4-476B-B796-AD86A1769C57}" type="pres">
      <dgm:prSet presAssocID="{ACAAFCBB-75FF-4570-820F-9BDDC343A758}" presName="hierChild2" presStyleCnt="0"/>
      <dgm:spPr/>
    </dgm:pt>
    <dgm:pt modelId="{46D28F1D-B7E0-4042-965F-475A472F4185}" type="pres">
      <dgm:prSet presAssocID="{A2E2A378-C566-4A5A-936B-A264598C7C5F}" presName="hierRoot1" presStyleCnt="0"/>
      <dgm:spPr/>
    </dgm:pt>
    <dgm:pt modelId="{24FB4C6A-BCE9-41FB-A82C-2C5459539AFF}" type="pres">
      <dgm:prSet presAssocID="{A2E2A378-C566-4A5A-936B-A264598C7C5F}" presName="composite" presStyleCnt="0"/>
      <dgm:spPr/>
    </dgm:pt>
    <dgm:pt modelId="{4B3E3C7A-BC08-4171-94B3-0F433E58C803}" type="pres">
      <dgm:prSet presAssocID="{A2E2A378-C566-4A5A-936B-A264598C7C5F}" presName="background" presStyleLbl="node0" presStyleIdx="4" presStyleCnt="5"/>
      <dgm:spPr/>
    </dgm:pt>
    <dgm:pt modelId="{E53020D2-12B7-409A-BECF-ADFE582EC571}" type="pres">
      <dgm:prSet presAssocID="{A2E2A378-C566-4A5A-936B-A264598C7C5F}" presName="text" presStyleLbl="fgAcc0" presStyleIdx="4" presStyleCnt="5">
        <dgm:presLayoutVars>
          <dgm:chPref val="3"/>
        </dgm:presLayoutVars>
      </dgm:prSet>
      <dgm:spPr/>
    </dgm:pt>
    <dgm:pt modelId="{B3E03AB3-1AC3-436D-A91D-7C945726A28A}" type="pres">
      <dgm:prSet presAssocID="{A2E2A378-C566-4A5A-936B-A264598C7C5F}" presName="hierChild2" presStyleCnt="0"/>
      <dgm:spPr/>
    </dgm:pt>
  </dgm:ptLst>
  <dgm:cxnLst>
    <dgm:cxn modelId="{1A9EAA05-CF32-4FD8-B594-86CC4A4CEF7F}" srcId="{A2224AFD-A76B-4520-9B32-EE9EBBF1B929}" destId="{9EE0BA9C-3289-44BA-9F60-1E74A076AFEE}" srcOrd="0" destOrd="0" parTransId="{DBEA40B8-3745-4FD1-8878-1A43DD14CEDE}" sibTransId="{28DDB21C-BE2B-4403-9E8D-5E6D37141C0F}"/>
    <dgm:cxn modelId="{A7B1BC19-CFB1-47C5-9CB6-B9EF077CEF7C}" type="presOf" srcId="{A2E2A378-C566-4A5A-936B-A264598C7C5F}" destId="{E53020D2-12B7-409A-BECF-ADFE582EC571}" srcOrd="0" destOrd="0" presId="urn:microsoft.com/office/officeart/2005/8/layout/hierarchy1"/>
    <dgm:cxn modelId="{A0E2A626-DC69-4D4A-8811-8BC846FDD803}" srcId="{A2224AFD-A76B-4520-9B32-EE9EBBF1B929}" destId="{ACAAFCBB-75FF-4570-820F-9BDDC343A758}" srcOrd="3" destOrd="0" parTransId="{5A454C0C-D4A5-42E4-9EE9-83DB196198AE}" sibTransId="{281615FC-E796-4319-B694-C38D0B911FCE}"/>
    <dgm:cxn modelId="{AE3AFF30-8EC3-405E-A02B-307422998F74}" type="presOf" srcId="{2603B0C9-D627-4580-A5EE-A5AC1AF88497}" destId="{87EF8155-928B-4D42-9E13-7645B5ABE372}" srcOrd="0" destOrd="0" presId="urn:microsoft.com/office/officeart/2005/8/layout/hierarchy1"/>
    <dgm:cxn modelId="{B4E3AB46-5F9C-4B62-973A-391E360C6329}" type="presOf" srcId="{9EE0BA9C-3289-44BA-9F60-1E74A076AFEE}" destId="{AD0ACB62-376D-4117-855E-8049D12B11BA}" srcOrd="0" destOrd="0" presId="urn:microsoft.com/office/officeart/2005/8/layout/hierarchy1"/>
    <dgm:cxn modelId="{8CF5626A-F99E-49DC-A6BA-48DB7744F8E2}" type="presOf" srcId="{ACAAFCBB-75FF-4570-820F-9BDDC343A758}" destId="{AD9A4BA8-52D4-48C3-884A-462AD86B4B4E}" srcOrd="0" destOrd="0" presId="urn:microsoft.com/office/officeart/2005/8/layout/hierarchy1"/>
    <dgm:cxn modelId="{D0FC5290-C791-46D8-A630-E1A8E65FA37C}" type="presOf" srcId="{A2224AFD-A76B-4520-9B32-EE9EBBF1B929}" destId="{57F7D494-E593-4570-85C4-23D88836011E}" srcOrd="0" destOrd="0" presId="urn:microsoft.com/office/officeart/2005/8/layout/hierarchy1"/>
    <dgm:cxn modelId="{A2843EBA-5704-4304-8AD0-8398CB8D8708}" srcId="{A2224AFD-A76B-4520-9B32-EE9EBBF1B929}" destId="{2603B0C9-D627-4580-A5EE-A5AC1AF88497}" srcOrd="1" destOrd="0" parTransId="{001BA6EB-23F3-4AF6-AA9E-32275A811325}" sibTransId="{47DB4AB9-9D8B-4EB9-98EC-A75AB444CE58}"/>
    <dgm:cxn modelId="{0186FAC7-1BB1-4906-B5A4-6852DDA77667}" srcId="{A2224AFD-A76B-4520-9B32-EE9EBBF1B929}" destId="{F16CDCD1-DC9F-40E5-8BD9-3EED7E0A23AE}" srcOrd="2" destOrd="0" parTransId="{05ED6211-C507-4BD1-9C1D-7C62B8146F8B}" sibTransId="{C2102D3E-1870-488F-8410-3FCD450C0072}"/>
    <dgm:cxn modelId="{B38890C9-E7AF-45B1-A5BB-DE7ACE62F2A4}" type="presOf" srcId="{F16CDCD1-DC9F-40E5-8BD9-3EED7E0A23AE}" destId="{E18778D4-EFE7-4858-883C-A54553C1DA61}" srcOrd="0" destOrd="0" presId="urn:microsoft.com/office/officeart/2005/8/layout/hierarchy1"/>
    <dgm:cxn modelId="{CDDA44CE-DD6B-4BA7-A2F2-B624E52DDE2D}" srcId="{A2224AFD-A76B-4520-9B32-EE9EBBF1B929}" destId="{A2E2A378-C566-4A5A-936B-A264598C7C5F}" srcOrd="4" destOrd="0" parTransId="{5B67B465-0019-4C54-8501-62EA1ED00361}" sibTransId="{7EC9C437-01A3-46E6-9331-D1B7A7693FF6}"/>
    <dgm:cxn modelId="{074BFD31-1A67-473F-BCA8-245113CFAB9D}" type="presParOf" srcId="{57F7D494-E593-4570-85C4-23D88836011E}" destId="{A42913C9-2EC2-44C3-ADA2-126332C81604}" srcOrd="0" destOrd="0" presId="urn:microsoft.com/office/officeart/2005/8/layout/hierarchy1"/>
    <dgm:cxn modelId="{87AEF33A-12D8-4EBD-BFA1-780FC3D9E337}" type="presParOf" srcId="{A42913C9-2EC2-44C3-ADA2-126332C81604}" destId="{66F89EF3-4290-45CC-B536-C6A0AB141064}" srcOrd="0" destOrd="0" presId="urn:microsoft.com/office/officeart/2005/8/layout/hierarchy1"/>
    <dgm:cxn modelId="{B440D40C-EF1A-4B20-B475-86F599F1C81A}" type="presParOf" srcId="{66F89EF3-4290-45CC-B536-C6A0AB141064}" destId="{5D94F197-0ADB-44D7-9285-D3EA5D23AAFF}" srcOrd="0" destOrd="0" presId="urn:microsoft.com/office/officeart/2005/8/layout/hierarchy1"/>
    <dgm:cxn modelId="{6F93ADF5-3611-4C78-8F3C-6EE58EC0B33E}" type="presParOf" srcId="{66F89EF3-4290-45CC-B536-C6A0AB141064}" destId="{AD0ACB62-376D-4117-855E-8049D12B11BA}" srcOrd="1" destOrd="0" presId="urn:microsoft.com/office/officeart/2005/8/layout/hierarchy1"/>
    <dgm:cxn modelId="{4F1D81B2-5DD5-4887-B4F6-114A69525C4B}" type="presParOf" srcId="{A42913C9-2EC2-44C3-ADA2-126332C81604}" destId="{E5F17FC5-CB20-4B73-BC8C-863FE09840FF}" srcOrd="1" destOrd="0" presId="urn:microsoft.com/office/officeart/2005/8/layout/hierarchy1"/>
    <dgm:cxn modelId="{31433AF9-E6DF-4158-8AC0-2F2D2BFE636F}" type="presParOf" srcId="{57F7D494-E593-4570-85C4-23D88836011E}" destId="{7D5FBDC5-0A55-4A43-BE9C-71E5C7AA58E8}" srcOrd="1" destOrd="0" presId="urn:microsoft.com/office/officeart/2005/8/layout/hierarchy1"/>
    <dgm:cxn modelId="{1EFAB6B4-856A-48F8-8E29-9E7BFFE553F6}" type="presParOf" srcId="{7D5FBDC5-0A55-4A43-BE9C-71E5C7AA58E8}" destId="{4785BD81-9932-4A11-9B43-BCDA12B920F6}" srcOrd="0" destOrd="0" presId="urn:microsoft.com/office/officeart/2005/8/layout/hierarchy1"/>
    <dgm:cxn modelId="{25D485E2-5858-4B07-9EE3-F56E970A2A38}" type="presParOf" srcId="{4785BD81-9932-4A11-9B43-BCDA12B920F6}" destId="{641409B6-014D-4E92-8F55-C23231C25F90}" srcOrd="0" destOrd="0" presId="urn:microsoft.com/office/officeart/2005/8/layout/hierarchy1"/>
    <dgm:cxn modelId="{E4413F18-4106-4FA5-A94F-B265D3E52046}" type="presParOf" srcId="{4785BD81-9932-4A11-9B43-BCDA12B920F6}" destId="{87EF8155-928B-4D42-9E13-7645B5ABE372}" srcOrd="1" destOrd="0" presId="urn:microsoft.com/office/officeart/2005/8/layout/hierarchy1"/>
    <dgm:cxn modelId="{FF6000DF-5467-43BA-80C0-07FA30E6EED1}" type="presParOf" srcId="{7D5FBDC5-0A55-4A43-BE9C-71E5C7AA58E8}" destId="{CE6F0BC3-17B3-4207-8F5D-C7E736710A68}" srcOrd="1" destOrd="0" presId="urn:microsoft.com/office/officeart/2005/8/layout/hierarchy1"/>
    <dgm:cxn modelId="{4093D353-17A4-4F69-8E94-7E56916E934E}" type="presParOf" srcId="{57F7D494-E593-4570-85C4-23D88836011E}" destId="{0B2E0785-138F-4EB6-80A8-34DA87DD7466}" srcOrd="2" destOrd="0" presId="urn:microsoft.com/office/officeart/2005/8/layout/hierarchy1"/>
    <dgm:cxn modelId="{39CC6208-B167-4CC4-A249-0C1235A9662B}" type="presParOf" srcId="{0B2E0785-138F-4EB6-80A8-34DA87DD7466}" destId="{1A1A1455-30CE-4FCF-B98E-7354BB666269}" srcOrd="0" destOrd="0" presId="urn:microsoft.com/office/officeart/2005/8/layout/hierarchy1"/>
    <dgm:cxn modelId="{DEE52646-41C0-4EED-8A72-483635ADA1E6}" type="presParOf" srcId="{1A1A1455-30CE-4FCF-B98E-7354BB666269}" destId="{0EB09C32-BF60-43E4-9906-19F094F3EAB9}" srcOrd="0" destOrd="0" presId="urn:microsoft.com/office/officeart/2005/8/layout/hierarchy1"/>
    <dgm:cxn modelId="{7CE4D450-2A66-4B92-8F52-511424DEE3A4}" type="presParOf" srcId="{1A1A1455-30CE-4FCF-B98E-7354BB666269}" destId="{E18778D4-EFE7-4858-883C-A54553C1DA61}" srcOrd="1" destOrd="0" presId="urn:microsoft.com/office/officeart/2005/8/layout/hierarchy1"/>
    <dgm:cxn modelId="{13381FD8-FD9F-44C3-9E9C-675C853B6768}" type="presParOf" srcId="{0B2E0785-138F-4EB6-80A8-34DA87DD7466}" destId="{15663278-2172-45EB-8248-86EB504580E7}" srcOrd="1" destOrd="0" presId="urn:microsoft.com/office/officeart/2005/8/layout/hierarchy1"/>
    <dgm:cxn modelId="{389FED46-750D-412F-92E1-0FC3CB80D87A}" type="presParOf" srcId="{57F7D494-E593-4570-85C4-23D88836011E}" destId="{84EFD4FA-4499-4DE9-A0E6-F1EBEC15EBAC}" srcOrd="3" destOrd="0" presId="urn:microsoft.com/office/officeart/2005/8/layout/hierarchy1"/>
    <dgm:cxn modelId="{0466B1FF-8700-45C2-AF77-B474AC23510A}" type="presParOf" srcId="{84EFD4FA-4499-4DE9-A0E6-F1EBEC15EBAC}" destId="{E030BD12-FAE4-4350-BAD4-062DEE288A5F}" srcOrd="0" destOrd="0" presId="urn:microsoft.com/office/officeart/2005/8/layout/hierarchy1"/>
    <dgm:cxn modelId="{97CEF894-41C4-4E66-AE67-EA9904261784}" type="presParOf" srcId="{E030BD12-FAE4-4350-BAD4-062DEE288A5F}" destId="{124E1516-BBC9-4CC5-B5DE-B118C810FB80}" srcOrd="0" destOrd="0" presId="urn:microsoft.com/office/officeart/2005/8/layout/hierarchy1"/>
    <dgm:cxn modelId="{8DF97F28-A659-4B1A-88D6-E89FBC2AAEA3}" type="presParOf" srcId="{E030BD12-FAE4-4350-BAD4-062DEE288A5F}" destId="{AD9A4BA8-52D4-48C3-884A-462AD86B4B4E}" srcOrd="1" destOrd="0" presId="urn:microsoft.com/office/officeart/2005/8/layout/hierarchy1"/>
    <dgm:cxn modelId="{3B09F45A-7D51-4FCA-A9DC-D1FB64155ADF}" type="presParOf" srcId="{84EFD4FA-4499-4DE9-A0E6-F1EBEC15EBAC}" destId="{05D5FB1C-81F4-476B-B796-AD86A1769C57}" srcOrd="1" destOrd="0" presId="urn:microsoft.com/office/officeart/2005/8/layout/hierarchy1"/>
    <dgm:cxn modelId="{8E87CC4F-1365-49B2-A94A-50B0CF2048CE}" type="presParOf" srcId="{57F7D494-E593-4570-85C4-23D88836011E}" destId="{46D28F1D-B7E0-4042-965F-475A472F4185}" srcOrd="4" destOrd="0" presId="urn:microsoft.com/office/officeart/2005/8/layout/hierarchy1"/>
    <dgm:cxn modelId="{89C4C157-4C5C-4120-9365-5BA57739C6AF}" type="presParOf" srcId="{46D28F1D-B7E0-4042-965F-475A472F4185}" destId="{24FB4C6A-BCE9-41FB-A82C-2C5459539AFF}" srcOrd="0" destOrd="0" presId="urn:microsoft.com/office/officeart/2005/8/layout/hierarchy1"/>
    <dgm:cxn modelId="{693D3075-E053-49FB-8C7D-831108C20284}" type="presParOf" srcId="{24FB4C6A-BCE9-41FB-A82C-2C5459539AFF}" destId="{4B3E3C7A-BC08-4171-94B3-0F433E58C803}" srcOrd="0" destOrd="0" presId="urn:microsoft.com/office/officeart/2005/8/layout/hierarchy1"/>
    <dgm:cxn modelId="{BCC82302-3F52-4348-BE0D-C5B654D857B3}" type="presParOf" srcId="{24FB4C6A-BCE9-41FB-A82C-2C5459539AFF}" destId="{E53020D2-12B7-409A-BECF-ADFE582EC571}" srcOrd="1" destOrd="0" presId="urn:microsoft.com/office/officeart/2005/8/layout/hierarchy1"/>
    <dgm:cxn modelId="{FC57D7BE-03C0-4B5E-9E14-BE19D5AC2402}" type="presParOf" srcId="{46D28F1D-B7E0-4042-965F-475A472F4185}" destId="{B3E03AB3-1AC3-436D-A91D-7C945726A28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9BC60C-E6A1-4693-BC87-5020C1FEC8AC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46D188-6144-4280-A775-61AC826F4493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Created an intent: EC2Quiz</a:t>
          </a:r>
          <a:endParaRPr lang="en-US"/>
        </a:p>
      </dgm:t>
    </dgm:pt>
    <dgm:pt modelId="{B8749E54-617A-4BB5-9F96-F1CA062C2920}" cxnId="{25809442-2C54-4499-BB1E-74B23627FE3E}" type="parTrans">
      <dgm:prSet/>
      <dgm:spPr/>
      <dgm:t>
        <a:bodyPr/>
        <a:lstStyle/>
        <a:p>
          <a:endParaRPr lang="en-US"/>
        </a:p>
      </dgm:t>
    </dgm:pt>
    <dgm:pt modelId="{84F9D9B8-8CF2-412D-8723-F94E593FE8B2}" cxnId="{25809442-2C54-4499-BB1E-74B23627FE3E}" type="sibTrans">
      <dgm:prSet/>
      <dgm:spPr/>
      <dgm:t>
        <a:bodyPr/>
        <a:lstStyle/>
        <a:p>
          <a:endParaRPr lang="en-US"/>
        </a:p>
      </dgm:t>
    </dgm:pt>
    <dgm:pt modelId="{CC62D9F5-736A-4292-A5EE-E25D51843E2C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Added quiz-related  utterances :</a:t>
          </a:r>
          <a:endParaRPr lang="en-US"/>
        </a:p>
      </dgm:t>
    </dgm:pt>
    <dgm:pt modelId="{D99B09FA-2E68-40A1-AE2F-273E7E2FB984}" cxnId="{06FAB0F9-49DD-4A5C-B915-01E621013760}" type="parTrans">
      <dgm:prSet/>
      <dgm:spPr/>
      <dgm:t>
        <a:bodyPr/>
        <a:lstStyle/>
        <a:p>
          <a:endParaRPr lang="en-US"/>
        </a:p>
      </dgm:t>
    </dgm:pt>
    <dgm:pt modelId="{8CA41DF0-6169-4754-978A-81ACD2357A92}" cxnId="{06FAB0F9-49DD-4A5C-B915-01E621013760}" type="sibTrans">
      <dgm:prSet/>
      <dgm:spPr/>
      <dgm:t>
        <a:bodyPr/>
        <a:lstStyle/>
        <a:p>
          <a:endParaRPr lang="en-US"/>
        </a:p>
      </dgm:t>
    </dgm:pt>
    <dgm:pt modelId="{15DAC111-7ACF-4C62-8E1F-BD9941599212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Start quiz </a:t>
          </a:r>
          <a:endParaRPr lang="en-US"/>
        </a:p>
      </dgm:t>
    </dgm:pt>
    <dgm:pt modelId="{36702FCD-126C-4A14-BC1D-2845F4A342B1}" cxnId="{4B13C5B1-19AA-4D20-AFD8-FEF6E9C21EEC}" type="parTrans">
      <dgm:prSet/>
      <dgm:spPr/>
      <dgm:t>
        <a:bodyPr/>
        <a:lstStyle/>
        <a:p>
          <a:endParaRPr lang="en-US"/>
        </a:p>
      </dgm:t>
    </dgm:pt>
    <dgm:pt modelId="{01767335-07E3-45D0-8F90-4DAD852DB6AA}" cxnId="{4B13C5B1-19AA-4D20-AFD8-FEF6E9C21EEC}" type="sibTrans">
      <dgm:prSet/>
      <dgm:spPr/>
      <dgm:t>
        <a:bodyPr/>
        <a:lstStyle/>
        <a:p>
          <a:endParaRPr lang="en-US"/>
        </a:p>
      </dgm:t>
    </dgm:pt>
    <dgm:pt modelId="{516A00E7-F7CF-4422-9E9B-5868507F4AC0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Quiz me EC2 </a:t>
          </a:r>
          <a:endParaRPr lang="en-US"/>
        </a:p>
      </dgm:t>
    </dgm:pt>
    <dgm:pt modelId="{C5232D3D-B72C-4301-9FF8-EB45BEFD22D2}" cxnId="{B1EE2AAE-FF96-42C4-BA6B-CA0070317A45}" type="parTrans">
      <dgm:prSet/>
      <dgm:spPr/>
      <dgm:t>
        <a:bodyPr/>
        <a:lstStyle/>
        <a:p>
          <a:endParaRPr lang="en-US"/>
        </a:p>
      </dgm:t>
    </dgm:pt>
    <dgm:pt modelId="{CB84BA57-529E-4A07-94C1-5CEACF2CE26F}" cxnId="{B1EE2AAE-FF96-42C4-BA6B-CA0070317A45}" type="sibTrans">
      <dgm:prSet/>
      <dgm:spPr/>
      <dgm:t>
        <a:bodyPr/>
        <a:lstStyle/>
        <a:p>
          <a:endParaRPr lang="en-US"/>
        </a:p>
      </dgm:t>
    </dgm:pt>
    <dgm:pt modelId="{C2E63424-04B8-4F6D-94D4-C5A799DF9972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Used responses to: MH</a:t>
          </a:r>
          <a:endParaRPr lang="en-US"/>
        </a:p>
      </dgm:t>
    </dgm:pt>
    <dgm:pt modelId="{03880A3F-EB5E-4A20-9EA5-4AE7F0DDE687}" cxnId="{7A02DA6C-596C-4638-A204-0967651E9324}" type="parTrans">
      <dgm:prSet/>
      <dgm:spPr/>
      <dgm:t>
        <a:bodyPr/>
        <a:lstStyle/>
        <a:p>
          <a:endParaRPr lang="en-US"/>
        </a:p>
      </dgm:t>
    </dgm:pt>
    <dgm:pt modelId="{CE377B34-C2BD-4ECC-B597-27D33914C303}" cxnId="{7A02DA6C-596C-4638-A204-0967651E9324}" type="sibTrans">
      <dgm:prSet/>
      <dgm:spPr/>
      <dgm:t>
        <a:bodyPr/>
        <a:lstStyle/>
        <a:p>
          <a:endParaRPr lang="en-US"/>
        </a:p>
      </dgm:t>
    </dgm:pt>
    <dgm:pt modelId="{E415244E-5B24-40EB-8895-46D1FDA31D17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Used simple branching(A, B, C)</a:t>
          </a:r>
          <a:endParaRPr lang="en-US"/>
        </a:p>
      </dgm:t>
    </dgm:pt>
    <dgm:pt modelId="{FCC981CD-445E-42EA-9C9A-BE004BA809AF}" cxnId="{F4CE4E0C-C858-4F8E-9558-675F5C099904}" type="parTrans">
      <dgm:prSet/>
      <dgm:spPr/>
      <dgm:t>
        <a:bodyPr/>
        <a:lstStyle/>
        <a:p>
          <a:endParaRPr lang="en-US"/>
        </a:p>
      </dgm:t>
    </dgm:pt>
    <dgm:pt modelId="{BCC450A1-5D23-4E16-A3EC-289B10B875B6}" cxnId="{F4CE4E0C-C858-4F8E-9558-675F5C099904}" type="sibTrans">
      <dgm:prSet/>
      <dgm:spPr/>
      <dgm:t>
        <a:bodyPr/>
        <a:lstStyle/>
        <a:p>
          <a:endParaRPr lang="en-US"/>
        </a:p>
      </dgm:t>
    </dgm:pt>
    <dgm:pt modelId="{37C942CA-F533-4357-8457-2D2AD8972698}" type="pres">
      <dgm:prSet presAssocID="{379BC60C-E6A1-4693-BC87-5020C1FEC8AC}" presName="root" presStyleCnt="0">
        <dgm:presLayoutVars>
          <dgm:dir/>
          <dgm:resizeHandles val="exact"/>
        </dgm:presLayoutVars>
      </dgm:prSet>
      <dgm:spPr/>
    </dgm:pt>
    <dgm:pt modelId="{6123FB0C-3668-407B-976B-8C56704DDC3D}" type="pres">
      <dgm:prSet presAssocID="{5B46D188-6144-4280-A775-61AC826F4493}" presName="compNode" presStyleCnt="0"/>
      <dgm:spPr/>
    </dgm:pt>
    <dgm:pt modelId="{55135BAB-85FC-4B4F-A9B8-EC037109AAB2}" type="pres">
      <dgm:prSet presAssocID="{5B46D188-6144-4280-A775-61AC826F449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5839E3BC-8004-4A4C-89F8-A8D66C486835}" type="pres">
      <dgm:prSet presAssocID="{5B46D188-6144-4280-A775-61AC826F4493}" presName="iconSpace" presStyleCnt="0"/>
      <dgm:spPr/>
    </dgm:pt>
    <dgm:pt modelId="{59DA8868-9BC8-4A46-B40C-6A96DDE70D17}" type="pres">
      <dgm:prSet presAssocID="{5B46D188-6144-4280-A775-61AC826F4493}" presName="parTx" presStyleLbl="revTx" presStyleIdx="0" presStyleCnt="8">
        <dgm:presLayoutVars>
          <dgm:chMax val="0"/>
          <dgm:chPref val="0"/>
        </dgm:presLayoutVars>
      </dgm:prSet>
      <dgm:spPr/>
    </dgm:pt>
    <dgm:pt modelId="{B99C07DF-72E8-4178-89AF-AB2E8EE808D8}" type="pres">
      <dgm:prSet presAssocID="{5B46D188-6144-4280-A775-61AC826F4493}" presName="txSpace" presStyleCnt="0"/>
      <dgm:spPr/>
    </dgm:pt>
    <dgm:pt modelId="{2979E654-B56B-4742-91AB-9EE3A67AE609}" type="pres">
      <dgm:prSet presAssocID="{5B46D188-6144-4280-A775-61AC826F4493}" presName="desTx" presStyleLbl="revTx" presStyleIdx="1" presStyleCnt="8">
        <dgm:presLayoutVars/>
      </dgm:prSet>
      <dgm:spPr/>
    </dgm:pt>
    <dgm:pt modelId="{76647E6D-1D73-47C4-9500-7585773D2959}" type="pres">
      <dgm:prSet presAssocID="{84F9D9B8-8CF2-412D-8723-F94E593FE8B2}" presName="sibTrans" presStyleCnt="0"/>
      <dgm:spPr/>
    </dgm:pt>
    <dgm:pt modelId="{1B6F74BE-C1B4-48BB-B4FA-9814544AED50}" type="pres">
      <dgm:prSet presAssocID="{CC62D9F5-736A-4292-A5EE-E25D51843E2C}" presName="compNode" presStyleCnt="0"/>
      <dgm:spPr/>
    </dgm:pt>
    <dgm:pt modelId="{81492C62-A6C2-4C6D-B0D0-8E59E656BCAA}" type="pres">
      <dgm:prSet presAssocID="{CC62D9F5-736A-4292-A5EE-E25D51843E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A6ED5471-A596-40CC-9383-4034A7254389}" type="pres">
      <dgm:prSet presAssocID="{CC62D9F5-736A-4292-A5EE-E25D51843E2C}" presName="iconSpace" presStyleCnt="0"/>
      <dgm:spPr/>
    </dgm:pt>
    <dgm:pt modelId="{32CD6C00-42D8-4FB8-AF37-D7976A85FB1E}" type="pres">
      <dgm:prSet presAssocID="{CC62D9F5-736A-4292-A5EE-E25D51843E2C}" presName="parTx" presStyleLbl="revTx" presStyleIdx="2" presStyleCnt="8">
        <dgm:presLayoutVars>
          <dgm:chMax val="0"/>
          <dgm:chPref val="0"/>
        </dgm:presLayoutVars>
      </dgm:prSet>
      <dgm:spPr/>
    </dgm:pt>
    <dgm:pt modelId="{D47D1D0F-F206-443A-9DAD-1A7F30F06809}" type="pres">
      <dgm:prSet presAssocID="{CC62D9F5-736A-4292-A5EE-E25D51843E2C}" presName="txSpace" presStyleCnt="0"/>
      <dgm:spPr/>
    </dgm:pt>
    <dgm:pt modelId="{F49AC8AA-DDD1-41DF-A645-F9D7FE572193}" type="pres">
      <dgm:prSet presAssocID="{CC62D9F5-736A-4292-A5EE-E25D51843E2C}" presName="desTx" presStyleLbl="revTx" presStyleIdx="3" presStyleCnt="8">
        <dgm:presLayoutVars/>
      </dgm:prSet>
      <dgm:spPr/>
    </dgm:pt>
    <dgm:pt modelId="{A9617657-225C-4050-90FC-643704BC1127}" type="pres">
      <dgm:prSet presAssocID="{8CA41DF0-6169-4754-978A-81ACD2357A92}" presName="sibTrans" presStyleCnt="0"/>
      <dgm:spPr/>
    </dgm:pt>
    <dgm:pt modelId="{AA2902AF-9A76-4DF1-B2CD-7FE48C986142}" type="pres">
      <dgm:prSet presAssocID="{C2E63424-04B8-4F6D-94D4-C5A799DF9972}" presName="compNode" presStyleCnt="0"/>
      <dgm:spPr/>
    </dgm:pt>
    <dgm:pt modelId="{673B83EC-4436-497B-A32F-4C0CDCC47421}" type="pres">
      <dgm:prSet presAssocID="{C2E63424-04B8-4F6D-94D4-C5A799DF997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9C29D5E3-76A9-4EF1-9A85-FA7FF9A4239A}" type="pres">
      <dgm:prSet presAssocID="{C2E63424-04B8-4F6D-94D4-C5A799DF9972}" presName="iconSpace" presStyleCnt="0"/>
      <dgm:spPr/>
    </dgm:pt>
    <dgm:pt modelId="{EA7DEDED-3F91-4EB1-A1DD-5F7537B697B5}" type="pres">
      <dgm:prSet presAssocID="{C2E63424-04B8-4F6D-94D4-C5A799DF9972}" presName="parTx" presStyleLbl="revTx" presStyleIdx="4" presStyleCnt="8">
        <dgm:presLayoutVars>
          <dgm:chMax val="0"/>
          <dgm:chPref val="0"/>
        </dgm:presLayoutVars>
      </dgm:prSet>
      <dgm:spPr/>
    </dgm:pt>
    <dgm:pt modelId="{7FDE99BB-9B11-4990-8C2A-5FC886B1B6B7}" type="pres">
      <dgm:prSet presAssocID="{C2E63424-04B8-4F6D-94D4-C5A799DF9972}" presName="txSpace" presStyleCnt="0"/>
      <dgm:spPr/>
    </dgm:pt>
    <dgm:pt modelId="{9235E6DF-694A-4BFE-B4F5-1BEC9EC8FACD}" type="pres">
      <dgm:prSet presAssocID="{C2E63424-04B8-4F6D-94D4-C5A799DF9972}" presName="desTx" presStyleLbl="revTx" presStyleIdx="5" presStyleCnt="8">
        <dgm:presLayoutVars/>
      </dgm:prSet>
      <dgm:spPr/>
    </dgm:pt>
    <dgm:pt modelId="{86818ECB-76AF-45D8-BE95-9C10EE15DE70}" type="pres">
      <dgm:prSet presAssocID="{CE377B34-C2BD-4ECC-B597-27D33914C303}" presName="sibTrans" presStyleCnt="0"/>
      <dgm:spPr/>
    </dgm:pt>
    <dgm:pt modelId="{59042AD0-579C-41DA-95A1-2CD68AD15E10}" type="pres">
      <dgm:prSet presAssocID="{E415244E-5B24-40EB-8895-46D1FDA31D17}" presName="compNode" presStyleCnt="0"/>
      <dgm:spPr/>
    </dgm:pt>
    <dgm:pt modelId="{44759D71-324A-4017-96E2-169C0728F8BC}" type="pres">
      <dgm:prSet presAssocID="{E415244E-5B24-40EB-8895-46D1FDA31D1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</dgm:pt>
    <dgm:pt modelId="{DAEE07C3-E8CA-47BF-963D-76ECEA264687}" type="pres">
      <dgm:prSet presAssocID="{E415244E-5B24-40EB-8895-46D1FDA31D17}" presName="iconSpace" presStyleCnt="0"/>
      <dgm:spPr/>
    </dgm:pt>
    <dgm:pt modelId="{6EF74D2E-12E9-46F9-9A3F-F4DDF6A15CB8}" type="pres">
      <dgm:prSet presAssocID="{E415244E-5B24-40EB-8895-46D1FDA31D17}" presName="parTx" presStyleLbl="revTx" presStyleIdx="6" presStyleCnt="8">
        <dgm:presLayoutVars>
          <dgm:chMax val="0"/>
          <dgm:chPref val="0"/>
        </dgm:presLayoutVars>
      </dgm:prSet>
      <dgm:spPr/>
    </dgm:pt>
    <dgm:pt modelId="{D0B0B3A4-3D21-428F-8A5E-F0AFB282549A}" type="pres">
      <dgm:prSet presAssocID="{E415244E-5B24-40EB-8895-46D1FDA31D17}" presName="txSpace" presStyleCnt="0"/>
      <dgm:spPr/>
    </dgm:pt>
    <dgm:pt modelId="{9172F3B1-9959-4F90-8E41-B8F3B494228C}" type="pres">
      <dgm:prSet presAssocID="{E415244E-5B24-40EB-8895-46D1FDA31D17}" presName="desTx" presStyleLbl="revTx" presStyleIdx="7" presStyleCnt="8">
        <dgm:presLayoutVars/>
      </dgm:prSet>
      <dgm:spPr/>
    </dgm:pt>
  </dgm:ptLst>
  <dgm:cxnLst>
    <dgm:cxn modelId="{F4CE4E0C-C858-4F8E-9558-675F5C099904}" srcId="{379BC60C-E6A1-4693-BC87-5020C1FEC8AC}" destId="{E415244E-5B24-40EB-8895-46D1FDA31D17}" srcOrd="3" destOrd="0" parTransId="{FCC981CD-445E-42EA-9C9A-BE004BA809AF}" sibTransId="{BCC450A1-5D23-4E16-A3EC-289B10B875B6}"/>
    <dgm:cxn modelId="{25809442-2C54-4499-BB1E-74B23627FE3E}" srcId="{379BC60C-E6A1-4693-BC87-5020C1FEC8AC}" destId="{5B46D188-6144-4280-A775-61AC826F4493}" srcOrd="0" destOrd="0" parTransId="{B8749E54-617A-4BB5-9F96-F1CA062C2920}" sibTransId="{84F9D9B8-8CF2-412D-8723-F94E593FE8B2}"/>
    <dgm:cxn modelId="{A5C69464-7DFE-4E5A-908E-B4A4C9D7C178}" type="presOf" srcId="{C2E63424-04B8-4F6D-94D4-C5A799DF9972}" destId="{EA7DEDED-3F91-4EB1-A1DD-5F7537B697B5}" srcOrd="0" destOrd="0" presId="urn:microsoft.com/office/officeart/2018/5/layout/CenteredIconLabelDescriptionList"/>
    <dgm:cxn modelId="{7A02DA6C-596C-4638-A204-0967651E9324}" srcId="{379BC60C-E6A1-4693-BC87-5020C1FEC8AC}" destId="{C2E63424-04B8-4F6D-94D4-C5A799DF9972}" srcOrd="2" destOrd="0" parTransId="{03880A3F-EB5E-4A20-9EA5-4AE7F0DDE687}" sibTransId="{CE377B34-C2BD-4ECC-B597-27D33914C303}"/>
    <dgm:cxn modelId="{810EAC8C-49BE-426D-8669-6EAD454697C6}" type="presOf" srcId="{5B46D188-6144-4280-A775-61AC826F4493}" destId="{59DA8868-9BC8-4A46-B40C-6A96DDE70D17}" srcOrd="0" destOrd="0" presId="urn:microsoft.com/office/officeart/2018/5/layout/CenteredIconLabelDescriptionList"/>
    <dgm:cxn modelId="{E79593AD-7D00-4F6A-8279-4E137B122CD0}" type="presOf" srcId="{15DAC111-7ACF-4C62-8E1F-BD9941599212}" destId="{F49AC8AA-DDD1-41DF-A645-F9D7FE572193}" srcOrd="0" destOrd="0" presId="urn:microsoft.com/office/officeart/2018/5/layout/CenteredIconLabelDescriptionList"/>
    <dgm:cxn modelId="{B1EE2AAE-FF96-42C4-BA6B-CA0070317A45}" srcId="{CC62D9F5-736A-4292-A5EE-E25D51843E2C}" destId="{516A00E7-F7CF-4422-9E9B-5868507F4AC0}" srcOrd="1" destOrd="0" parTransId="{C5232D3D-B72C-4301-9FF8-EB45BEFD22D2}" sibTransId="{CB84BA57-529E-4A07-94C1-5CEACF2CE26F}"/>
    <dgm:cxn modelId="{4B13C5B1-19AA-4D20-AFD8-FEF6E9C21EEC}" srcId="{CC62D9F5-736A-4292-A5EE-E25D51843E2C}" destId="{15DAC111-7ACF-4C62-8E1F-BD9941599212}" srcOrd="0" destOrd="0" parTransId="{36702FCD-126C-4A14-BC1D-2845F4A342B1}" sibTransId="{01767335-07E3-45D0-8F90-4DAD852DB6AA}"/>
    <dgm:cxn modelId="{16D2B4C9-0E1F-4D06-80B3-39181A3F4B38}" type="presOf" srcId="{379BC60C-E6A1-4693-BC87-5020C1FEC8AC}" destId="{37C942CA-F533-4357-8457-2D2AD8972698}" srcOrd="0" destOrd="0" presId="urn:microsoft.com/office/officeart/2018/5/layout/CenteredIconLabelDescriptionList"/>
    <dgm:cxn modelId="{7F042ECE-5C43-4CC6-896F-8455D4372947}" type="presOf" srcId="{516A00E7-F7CF-4422-9E9B-5868507F4AC0}" destId="{F49AC8AA-DDD1-41DF-A645-F9D7FE572193}" srcOrd="0" destOrd="1" presId="urn:microsoft.com/office/officeart/2018/5/layout/CenteredIconLabelDescriptionList"/>
    <dgm:cxn modelId="{EF8608DC-7475-4190-8BE3-DD3BA438F025}" type="presOf" srcId="{CC62D9F5-736A-4292-A5EE-E25D51843E2C}" destId="{32CD6C00-42D8-4FB8-AF37-D7976A85FB1E}" srcOrd="0" destOrd="0" presId="urn:microsoft.com/office/officeart/2018/5/layout/CenteredIconLabelDescriptionList"/>
    <dgm:cxn modelId="{B2F9FCEE-9715-46C4-BA5D-C87273C933EC}" type="presOf" srcId="{E415244E-5B24-40EB-8895-46D1FDA31D17}" destId="{6EF74D2E-12E9-46F9-9A3F-F4DDF6A15CB8}" srcOrd="0" destOrd="0" presId="urn:microsoft.com/office/officeart/2018/5/layout/CenteredIconLabelDescriptionList"/>
    <dgm:cxn modelId="{06FAB0F9-49DD-4A5C-B915-01E621013760}" srcId="{379BC60C-E6A1-4693-BC87-5020C1FEC8AC}" destId="{CC62D9F5-736A-4292-A5EE-E25D51843E2C}" srcOrd="1" destOrd="0" parTransId="{D99B09FA-2E68-40A1-AE2F-273E7E2FB984}" sibTransId="{8CA41DF0-6169-4754-978A-81ACD2357A92}"/>
    <dgm:cxn modelId="{9F86FDD1-A67F-434E-9F5F-568AEC6789DA}" type="presParOf" srcId="{37C942CA-F533-4357-8457-2D2AD8972698}" destId="{6123FB0C-3668-407B-976B-8C56704DDC3D}" srcOrd="0" destOrd="0" presId="urn:microsoft.com/office/officeart/2018/5/layout/CenteredIconLabelDescriptionList"/>
    <dgm:cxn modelId="{81E7A17D-A227-4467-92F8-1A0E65F03FE6}" type="presParOf" srcId="{6123FB0C-3668-407B-976B-8C56704DDC3D}" destId="{55135BAB-85FC-4B4F-A9B8-EC037109AAB2}" srcOrd="0" destOrd="0" presId="urn:microsoft.com/office/officeart/2018/5/layout/CenteredIconLabelDescriptionList"/>
    <dgm:cxn modelId="{101CF17E-FEF8-4838-8503-A37C6C384938}" type="presParOf" srcId="{6123FB0C-3668-407B-976B-8C56704DDC3D}" destId="{5839E3BC-8004-4A4C-89F8-A8D66C486835}" srcOrd="1" destOrd="0" presId="urn:microsoft.com/office/officeart/2018/5/layout/CenteredIconLabelDescriptionList"/>
    <dgm:cxn modelId="{7318B864-7FDC-4617-A3E3-19349B0BC7BB}" type="presParOf" srcId="{6123FB0C-3668-407B-976B-8C56704DDC3D}" destId="{59DA8868-9BC8-4A46-B40C-6A96DDE70D17}" srcOrd="2" destOrd="0" presId="urn:microsoft.com/office/officeart/2018/5/layout/CenteredIconLabelDescriptionList"/>
    <dgm:cxn modelId="{5CF7F082-0BCF-4640-8369-6582080BA883}" type="presParOf" srcId="{6123FB0C-3668-407B-976B-8C56704DDC3D}" destId="{B99C07DF-72E8-4178-89AF-AB2E8EE808D8}" srcOrd="3" destOrd="0" presId="urn:microsoft.com/office/officeart/2018/5/layout/CenteredIconLabelDescriptionList"/>
    <dgm:cxn modelId="{20335998-8710-4265-B876-4AD2240CAF15}" type="presParOf" srcId="{6123FB0C-3668-407B-976B-8C56704DDC3D}" destId="{2979E654-B56B-4742-91AB-9EE3A67AE609}" srcOrd="4" destOrd="0" presId="urn:microsoft.com/office/officeart/2018/5/layout/CenteredIconLabelDescriptionList"/>
    <dgm:cxn modelId="{5D41EF64-7C61-4ACC-BED3-B63F3733C935}" type="presParOf" srcId="{37C942CA-F533-4357-8457-2D2AD8972698}" destId="{76647E6D-1D73-47C4-9500-7585773D2959}" srcOrd="1" destOrd="0" presId="urn:microsoft.com/office/officeart/2018/5/layout/CenteredIconLabelDescriptionList"/>
    <dgm:cxn modelId="{8C466023-EF41-4D47-BDAA-B2C6DB02BF5E}" type="presParOf" srcId="{37C942CA-F533-4357-8457-2D2AD8972698}" destId="{1B6F74BE-C1B4-48BB-B4FA-9814544AED50}" srcOrd="2" destOrd="0" presId="urn:microsoft.com/office/officeart/2018/5/layout/CenteredIconLabelDescriptionList"/>
    <dgm:cxn modelId="{74854AE1-445F-4839-9869-82AB29AD0CD8}" type="presParOf" srcId="{1B6F74BE-C1B4-48BB-B4FA-9814544AED50}" destId="{81492C62-A6C2-4C6D-B0D0-8E59E656BCAA}" srcOrd="0" destOrd="0" presId="urn:microsoft.com/office/officeart/2018/5/layout/CenteredIconLabelDescriptionList"/>
    <dgm:cxn modelId="{34FECC6C-30A6-4A6E-ADCB-C84D23485952}" type="presParOf" srcId="{1B6F74BE-C1B4-48BB-B4FA-9814544AED50}" destId="{A6ED5471-A596-40CC-9383-4034A7254389}" srcOrd="1" destOrd="0" presId="urn:microsoft.com/office/officeart/2018/5/layout/CenteredIconLabelDescriptionList"/>
    <dgm:cxn modelId="{68F491DD-3A36-441C-8A4A-558559A2BDC4}" type="presParOf" srcId="{1B6F74BE-C1B4-48BB-B4FA-9814544AED50}" destId="{32CD6C00-42D8-4FB8-AF37-D7976A85FB1E}" srcOrd="2" destOrd="0" presId="urn:microsoft.com/office/officeart/2018/5/layout/CenteredIconLabelDescriptionList"/>
    <dgm:cxn modelId="{5F4D932E-9740-487E-906A-7314031A234D}" type="presParOf" srcId="{1B6F74BE-C1B4-48BB-B4FA-9814544AED50}" destId="{D47D1D0F-F206-443A-9DAD-1A7F30F06809}" srcOrd="3" destOrd="0" presId="urn:microsoft.com/office/officeart/2018/5/layout/CenteredIconLabelDescriptionList"/>
    <dgm:cxn modelId="{CE18EEBC-5CA6-4C0A-B0FA-70265FB869AF}" type="presParOf" srcId="{1B6F74BE-C1B4-48BB-B4FA-9814544AED50}" destId="{F49AC8AA-DDD1-41DF-A645-F9D7FE572193}" srcOrd="4" destOrd="0" presId="urn:microsoft.com/office/officeart/2018/5/layout/CenteredIconLabelDescriptionList"/>
    <dgm:cxn modelId="{D89FDF2B-4F78-4951-9BF0-797CED4D61B7}" type="presParOf" srcId="{37C942CA-F533-4357-8457-2D2AD8972698}" destId="{A9617657-225C-4050-90FC-643704BC1127}" srcOrd="3" destOrd="0" presId="urn:microsoft.com/office/officeart/2018/5/layout/CenteredIconLabelDescriptionList"/>
    <dgm:cxn modelId="{59D8A01C-EEED-4C29-9F36-DB1257346877}" type="presParOf" srcId="{37C942CA-F533-4357-8457-2D2AD8972698}" destId="{AA2902AF-9A76-4DF1-B2CD-7FE48C986142}" srcOrd="4" destOrd="0" presId="urn:microsoft.com/office/officeart/2018/5/layout/CenteredIconLabelDescriptionList"/>
    <dgm:cxn modelId="{2B2135A9-B9A9-4CB6-8168-479614FFD15E}" type="presParOf" srcId="{AA2902AF-9A76-4DF1-B2CD-7FE48C986142}" destId="{673B83EC-4436-497B-A32F-4C0CDCC47421}" srcOrd="0" destOrd="0" presId="urn:microsoft.com/office/officeart/2018/5/layout/CenteredIconLabelDescriptionList"/>
    <dgm:cxn modelId="{7A81C2EC-F2C9-44A1-A0F0-A97965F3ED52}" type="presParOf" srcId="{AA2902AF-9A76-4DF1-B2CD-7FE48C986142}" destId="{9C29D5E3-76A9-4EF1-9A85-FA7FF9A4239A}" srcOrd="1" destOrd="0" presId="urn:microsoft.com/office/officeart/2018/5/layout/CenteredIconLabelDescriptionList"/>
    <dgm:cxn modelId="{4375F2EC-8476-4C09-8AD5-475A2CAD54B8}" type="presParOf" srcId="{AA2902AF-9A76-4DF1-B2CD-7FE48C986142}" destId="{EA7DEDED-3F91-4EB1-A1DD-5F7537B697B5}" srcOrd="2" destOrd="0" presId="urn:microsoft.com/office/officeart/2018/5/layout/CenteredIconLabelDescriptionList"/>
    <dgm:cxn modelId="{F898F3D3-4E25-4997-BB9C-036CB4859494}" type="presParOf" srcId="{AA2902AF-9A76-4DF1-B2CD-7FE48C986142}" destId="{7FDE99BB-9B11-4990-8C2A-5FC886B1B6B7}" srcOrd="3" destOrd="0" presId="urn:microsoft.com/office/officeart/2018/5/layout/CenteredIconLabelDescriptionList"/>
    <dgm:cxn modelId="{2A7001FF-051D-44EC-B6A0-038939684766}" type="presParOf" srcId="{AA2902AF-9A76-4DF1-B2CD-7FE48C986142}" destId="{9235E6DF-694A-4BFE-B4F5-1BEC9EC8FACD}" srcOrd="4" destOrd="0" presId="urn:microsoft.com/office/officeart/2018/5/layout/CenteredIconLabelDescriptionList"/>
    <dgm:cxn modelId="{00F0834A-CBB3-48FD-BB95-50F3EFFD8E79}" type="presParOf" srcId="{37C942CA-F533-4357-8457-2D2AD8972698}" destId="{86818ECB-76AF-45D8-BE95-9C10EE15DE70}" srcOrd="5" destOrd="0" presId="urn:microsoft.com/office/officeart/2018/5/layout/CenteredIconLabelDescriptionList"/>
    <dgm:cxn modelId="{7018F297-577E-453B-9674-E53A9F67CC64}" type="presParOf" srcId="{37C942CA-F533-4357-8457-2D2AD8972698}" destId="{59042AD0-579C-41DA-95A1-2CD68AD15E10}" srcOrd="6" destOrd="0" presId="urn:microsoft.com/office/officeart/2018/5/layout/CenteredIconLabelDescriptionList"/>
    <dgm:cxn modelId="{1543CA4F-BA41-46AF-AE02-9E502560B52D}" type="presParOf" srcId="{59042AD0-579C-41DA-95A1-2CD68AD15E10}" destId="{44759D71-324A-4017-96E2-169C0728F8BC}" srcOrd="0" destOrd="0" presId="urn:microsoft.com/office/officeart/2018/5/layout/CenteredIconLabelDescriptionList"/>
    <dgm:cxn modelId="{809B18FC-3569-4737-9429-EDC2F32162C4}" type="presParOf" srcId="{59042AD0-579C-41DA-95A1-2CD68AD15E10}" destId="{DAEE07C3-E8CA-47BF-963D-76ECEA264687}" srcOrd="1" destOrd="0" presId="urn:microsoft.com/office/officeart/2018/5/layout/CenteredIconLabelDescriptionList"/>
    <dgm:cxn modelId="{198E3B01-20E4-4C83-B0FA-ECBEA558533A}" type="presParOf" srcId="{59042AD0-579C-41DA-95A1-2CD68AD15E10}" destId="{6EF74D2E-12E9-46F9-9A3F-F4DDF6A15CB8}" srcOrd="2" destOrd="0" presId="urn:microsoft.com/office/officeart/2018/5/layout/CenteredIconLabelDescriptionList"/>
    <dgm:cxn modelId="{CE3E8B7C-1496-464F-9533-D6F0C2191E1C}" type="presParOf" srcId="{59042AD0-579C-41DA-95A1-2CD68AD15E10}" destId="{D0B0B3A4-3D21-428F-8A5E-F0AFB282549A}" srcOrd="3" destOrd="0" presId="urn:microsoft.com/office/officeart/2018/5/layout/CenteredIconLabelDescriptionList"/>
    <dgm:cxn modelId="{8215A6CC-0F13-46DA-B6B8-223594E2FF52}" type="presParOf" srcId="{59042AD0-579C-41DA-95A1-2CD68AD15E10}" destId="{9172F3B1-9959-4F90-8E41-B8F3B494228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890929" cy="3738868"/>
        <a:chOff x="0" y="0"/>
        <a:chExt cx="10890929" cy="3738868"/>
      </a:xfrm>
    </dsp:grpSpPr>
    <dsp:sp modelId="{5D94F197-0ADB-44D7-9285-D3EA5D23AAFF}">
      <dsp:nvSpPr>
        <dsp:cNvPr id="3" name="Rounded Rectangle 2"/>
        <dsp:cNvSpPr/>
      </dsp:nvSpPr>
      <dsp:spPr bwMode="white">
        <a:xfrm>
          <a:off x="0" y="1197323"/>
          <a:ext cx="1815155" cy="11526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1197323"/>
        <a:ext cx="1815155" cy="1152623"/>
      </dsp:txXfrm>
    </dsp:sp>
    <dsp:sp modelId="{AD0ACB62-376D-4117-855E-8049D12B11BA}">
      <dsp:nvSpPr>
        <dsp:cNvPr id="4" name="Rounded Rectangle 3"/>
        <dsp:cNvSpPr/>
      </dsp:nvSpPr>
      <dsp:spPr bwMode="white">
        <a:xfrm>
          <a:off x="201684" y="1388922"/>
          <a:ext cx="1815155" cy="1152623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>
              <a:solidFill>
                <a:schemeClr val="dk1"/>
              </a:solidFill>
            </a:rPr>
            <a:t>Interactive quiz chatbot</a:t>
          </a:r>
          <a:endParaRPr lang="en-US">
            <a:solidFill>
              <a:schemeClr val="dk1"/>
            </a:solidFill>
          </a:endParaRPr>
        </a:p>
      </dsp:txBody>
      <dsp:txXfrm>
        <a:off x="201684" y="1388922"/>
        <a:ext cx="1815155" cy="1152623"/>
      </dsp:txXfrm>
    </dsp:sp>
    <dsp:sp modelId="{641409B6-014D-4E92-8F55-C23231C25F90}">
      <dsp:nvSpPr>
        <dsp:cNvPr id="5" name="Rounded Rectangle 4"/>
        <dsp:cNvSpPr/>
      </dsp:nvSpPr>
      <dsp:spPr bwMode="white">
        <a:xfrm>
          <a:off x="2218523" y="1197323"/>
          <a:ext cx="1815155" cy="11526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218523" y="1197323"/>
        <a:ext cx="1815155" cy="1152623"/>
      </dsp:txXfrm>
    </dsp:sp>
    <dsp:sp modelId="{87EF8155-928B-4D42-9E13-7645B5ABE372}">
      <dsp:nvSpPr>
        <dsp:cNvPr id="6" name="Rounded Rectangle 5"/>
        <dsp:cNvSpPr/>
      </dsp:nvSpPr>
      <dsp:spPr bwMode="white">
        <a:xfrm>
          <a:off x="2420206" y="1388922"/>
          <a:ext cx="1815155" cy="1152623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>
              <a:solidFill>
                <a:schemeClr val="dk1"/>
              </a:solidFill>
            </a:rPr>
            <a:t>Topic – EC2</a:t>
          </a:r>
          <a:endParaRPr lang="en-US">
            <a:solidFill>
              <a:schemeClr val="dk1"/>
            </a:solidFill>
          </a:endParaRPr>
        </a:p>
      </dsp:txBody>
      <dsp:txXfrm>
        <a:off x="2420206" y="1388922"/>
        <a:ext cx="1815155" cy="1152623"/>
      </dsp:txXfrm>
    </dsp:sp>
    <dsp:sp modelId="{0EB09C32-BF60-43E4-9906-19F094F3EAB9}">
      <dsp:nvSpPr>
        <dsp:cNvPr id="7" name="Rounded Rectangle 6"/>
        <dsp:cNvSpPr/>
      </dsp:nvSpPr>
      <dsp:spPr bwMode="white">
        <a:xfrm>
          <a:off x="4437045" y="1197323"/>
          <a:ext cx="1815155" cy="11526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437045" y="1197323"/>
        <a:ext cx="1815155" cy="1152623"/>
      </dsp:txXfrm>
    </dsp:sp>
    <dsp:sp modelId="{E18778D4-EFE7-4858-883C-A54553C1DA61}">
      <dsp:nvSpPr>
        <dsp:cNvPr id="8" name="Rounded Rectangle 7"/>
        <dsp:cNvSpPr/>
      </dsp:nvSpPr>
      <dsp:spPr bwMode="white">
        <a:xfrm>
          <a:off x="4638729" y="1388922"/>
          <a:ext cx="1815155" cy="1152623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>
              <a:solidFill>
                <a:schemeClr val="dk1"/>
              </a:solidFill>
            </a:rPr>
            <a:t>Multiple-choice questions</a:t>
          </a:r>
          <a:endParaRPr lang="en-US">
            <a:solidFill>
              <a:schemeClr val="dk1"/>
            </a:solidFill>
          </a:endParaRPr>
        </a:p>
      </dsp:txBody>
      <dsp:txXfrm>
        <a:off x="4638729" y="1388922"/>
        <a:ext cx="1815155" cy="1152623"/>
      </dsp:txXfrm>
    </dsp:sp>
    <dsp:sp modelId="{124E1516-BBC9-4CC5-B5DE-B118C810FB80}">
      <dsp:nvSpPr>
        <dsp:cNvPr id="9" name="Rounded Rectangle 8"/>
        <dsp:cNvSpPr/>
      </dsp:nvSpPr>
      <dsp:spPr bwMode="white">
        <a:xfrm>
          <a:off x="6655568" y="1197323"/>
          <a:ext cx="1815155" cy="11526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6655568" y="1197323"/>
        <a:ext cx="1815155" cy="1152623"/>
      </dsp:txXfrm>
    </dsp:sp>
    <dsp:sp modelId="{AD9A4BA8-52D4-48C3-884A-462AD86B4B4E}">
      <dsp:nvSpPr>
        <dsp:cNvPr id="10" name="Rounded Rectangle 9"/>
        <dsp:cNvSpPr/>
      </dsp:nvSpPr>
      <dsp:spPr bwMode="white">
        <a:xfrm>
          <a:off x="6857252" y="1388922"/>
          <a:ext cx="1815155" cy="1152623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>
              <a:solidFill>
                <a:schemeClr val="dk1"/>
              </a:solidFill>
            </a:rPr>
            <a:t>Feedback for correct and incorrect answers </a:t>
          </a:r>
          <a:endParaRPr lang="en-US">
            <a:solidFill>
              <a:schemeClr val="dk1"/>
            </a:solidFill>
          </a:endParaRPr>
        </a:p>
      </dsp:txBody>
      <dsp:txXfrm>
        <a:off x="6857252" y="1388922"/>
        <a:ext cx="1815155" cy="1152623"/>
      </dsp:txXfrm>
    </dsp:sp>
    <dsp:sp modelId="{4B3E3C7A-BC08-4171-94B3-0F433E58C803}">
      <dsp:nvSpPr>
        <dsp:cNvPr id="11" name="Rounded Rectangle 10"/>
        <dsp:cNvSpPr/>
      </dsp:nvSpPr>
      <dsp:spPr bwMode="white">
        <a:xfrm>
          <a:off x="8874090" y="1197323"/>
          <a:ext cx="1815155" cy="11526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8874090" y="1197323"/>
        <a:ext cx="1815155" cy="1152623"/>
      </dsp:txXfrm>
    </dsp:sp>
    <dsp:sp modelId="{E53020D2-12B7-409A-BECF-ADFE582EC571}">
      <dsp:nvSpPr>
        <dsp:cNvPr id="12" name="Rounded Rectangle 11"/>
        <dsp:cNvSpPr/>
      </dsp:nvSpPr>
      <dsp:spPr bwMode="white">
        <a:xfrm>
          <a:off x="9075774" y="1388922"/>
          <a:ext cx="1815155" cy="1152623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>
              <a:solidFill>
                <a:schemeClr val="dk1"/>
              </a:solidFill>
            </a:rPr>
            <a:t>Easy to use an d educational  </a:t>
          </a:r>
          <a:endParaRPr lang="en-US">
            <a:solidFill>
              <a:schemeClr val="dk1"/>
            </a:solidFill>
          </a:endParaRPr>
        </a:p>
      </dsp:txBody>
      <dsp:txXfrm>
        <a:off x="9075774" y="1388922"/>
        <a:ext cx="1815155" cy="11526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890928" cy="3566160"/>
        <a:chOff x="0" y="0"/>
        <a:chExt cx="10890928" cy="3566160"/>
      </a:xfrm>
    </dsp:grpSpPr>
    <dsp:sp modelId="{55135BAB-85FC-4B4F-A9B8-EC037109AAB2}">
      <dsp:nvSpPr>
        <dsp:cNvPr id="3" name="Rectangles 2"/>
        <dsp:cNvSpPr/>
      </dsp:nvSpPr>
      <dsp:spPr bwMode="white">
        <a:xfrm>
          <a:off x="782221" y="1073526"/>
          <a:ext cx="842392" cy="842392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782221" y="1073526"/>
        <a:ext cx="842392" cy="842392"/>
      </dsp:txXfrm>
    </dsp:sp>
    <dsp:sp modelId="{59DA8868-9BC8-4A46-B40C-6A96DDE70D17}">
      <dsp:nvSpPr>
        <dsp:cNvPr id="4" name="Rectangles 3"/>
        <dsp:cNvSpPr/>
      </dsp:nvSpPr>
      <dsp:spPr bwMode="white">
        <a:xfrm>
          <a:off x="0" y="1984923"/>
          <a:ext cx="2406835" cy="47561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>
              <a:solidFill>
                <a:schemeClr val="tx1"/>
              </a:solidFill>
            </a:rPr>
            <a:t>Created an intent: EC2Quiz</a:t>
          </a:r>
          <a:endParaRPr lang="en-US">
            <a:solidFill>
              <a:schemeClr val="tx1"/>
            </a:solidFill>
          </a:endParaRPr>
        </a:p>
      </dsp:txBody>
      <dsp:txXfrm>
        <a:off x="0" y="1984923"/>
        <a:ext cx="2406835" cy="475615"/>
      </dsp:txXfrm>
    </dsp:sp>
    <dsp:sp modelId="{2979E654-B56B-4742-91AB-9EE3A67AE609}">
      <dsp:nvSpPr>
        <dsp:cNvPr id="5" name="Rectangles 4"/>
        <dsp:cNvSpPr/>
      </dsp:nvSpPr>
      <dsp:spPr bwMode="white">
        <a:xfrm>
          <a:off x="0" y="2492634"/>
          <a:ext cx="2406835" cy="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0" y="2492634"/>
        <a:ext cx="2406835" cy="0"/>
      </dsp:txXfrm>
    </dsp:sp>
    <dsp:sp modelId="{81492C62-A6C2-4C6D-B0D0-8E59E656BCAA}">
      <dsp:nvSpPr>
        <dsp:cNvPr id="6" name="Rectangles 5"/>
        <dsp:cNvSpPr/>
      </dsp:nvSpPr>
      <dsp:spPr bwMode="white">
        <a:xfrm>
          <a:off x="3610252" y="1073526"/>
          <a:ext cx="842392" cy="842392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3610252" y="1073526"/>
        <a:ext cx="842392" cy="842392"/>
      </dsp:txXfrm>
    </dsp:sp>
    <dsp:sp modelId="{32CD6C00-42D8-4FB8-AF37-D7976A85FB1E}">
      <dsp:nvSpPr>
        <dsp:cNvPr id="7" name="Rectangles 6"/>
        <dsp:cNvSpPr/>
      </dsp:nvSpPr>
      <dsp:spPr bwMode="white">
        <a:xfrm>
          <a:off x="2828031" y="1984923"/>
          <a:ext cx="2406835" cy="47561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>
              <a:solidFill>
                <a:schemeClr val="tx1"/>
              </a:solidFill>
            </a:rPr>
            <a:t>Added quiz-related  utterances :</a:t>
          </a:r>
          <a:endParaRPr lang="en-US">
            <a:solidFill>
              <a:schemeClr val="tx1"/>
            </a:solidFill>
          </a:endParaRPr>
        </a:p>
      </dsp:txBody>
      <dsp:txXfrm>
        <a:off x="2828031" y="1984923"/>
        <a:ext cx="2406835" cy="475615"/>
      </dsp:txXfrm>
    </dsp:sp>
    <dsp:sp modelId="{F49AC8AA-DDD1-41DF-A645-F9D7FE572193}">
      <dsp:nvSpPr>
        <dsp:cNvPr id="8" name="Rectangles 7"/>
        <dsp:cNvSpPr/>
      </dsp:nvSpPr>
      <dsp:spPr bwMode="white">
        <a:xfrm>
          <a:off x="2828031" y="2492634"/>
          <a:ext cx="2406835" cy="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5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>
              <a:solidFill>
                <a:schemeClr val="tx1"/>
              </a:solidFill>
            </a:rPr>
            <a:t>Start quiz </a:t>
          </a:r>
          <a:endParaRPr lang="en-US">
            <a:solidFill>
              <a:schemeClr val="tx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>
              <a:solidFill>
                <a:schemeClr val="tx1"/>
              </a:solidFill>
            </a:rPr>
            <a:t>Quiz me EC2 </a:t>
          </a:r>
          <a:endParaRPr lang="en-US">
            <a:solidFill>
              <a:schemeClr val="tx1"/>
            </a:solidFill>
          </a:endParaRPr>
        </a:p>
      </dsp:txBody>
      <dsp:txXfrm>
        <a:off x="2828031" y="2492634"/>
        <a:ext cx="2406835" cy="0"/>
      </dsp:txXfrm>
    </dsp:sp>
    <dsp:sp modelId="{673B83EC-4436-497B-A32F-4C0CDCC47421}">
      <dsp:nvSpPr>
        <dsp:cNvPr id="9" name="Rectangles 8"/>
        <dsp:cNvSpPr/>
      </dsp:nvSpPr>
      <dsp:spPr bwMode="white">
        <a:xfrm>
          <a:off x="6438283" y="1073526"/>
          <a:ext cx="842392" cy="842392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6438283" y="1073526"/>
        <a:ext cx="842392" cy="842392"/>
      </dsp:txXfrm>
    </dsp:sp>
    <dsp:sp modelId="{EA7DEDED-3F91-4EB1-A1DD-5F7537B697B5}">
      <dsp:nvSpPr>
        <dsp:cNvPr id="10" name="Rectangles 9"/>
        <dsp:cNvSpPr/>
      </dsp:nvSpPr>
      <dsp:spPr bwMode="white">
        <a:xfrm>
          <a:off x="5656062" y="1984923"/>
          <a:ext cx="2406835" cy="47561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>
              <a:solidFill>
                <a:schemeClr val="tx1"/>
              </a:solidFill>
            </a:rPr>
            <a:t>Used responses to: MH</a:t>
          </a:r>
          <a:endParaRPr lang="en-US">
            <a:solidFill>
              <a:schemeClr val="tx1"/>
            </a:solidFill>
          </a:endParaRPr>
        </a:p>
      </dsp:txBody>
      <dsp:txXfrm>
        <a:off x="5656062" y="1984923"/>
        <a:ext cx="2406835" cy="475615"/>
      </dsp:txXfrm>
    </dsp:sp>
    <dsp:sp modelId="{9235E6DF-694A-4BFE-B4F5-1BEC9EC8FACD}">
      <dsp:nvSpPr>
        <dsp:cNvPr id="11" name="Rectangles 10"/>
        <dsp:cNvSpPr/>
      </dsp:nvSpPr>
      <dsp:spPr bwMode="white">
        <a:xfrm>
          <a:off x="5656062" y="2492634"/>
          <a:ext cx="2406835" cy="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5656062" y="2492634"/>
        <a:ext cx="2406835" cy="0"/>
      </dsp:txXfrm>
    </dsp:sp>
    <dsp:sp modelId="{44759D71-324A-4017-96E2-169C0728F8BC}">
      <dsp:nvSpPr>
        <dsp:cNvPr id="12" name="Rectangles 11"/>
        <dsp:cNvSpPr/>
      </dsp:nvSpPr>
      <dsp:spPr bwMode="white">
        <a:xfrm>
          <a:off x="9266314" y="1073526"/>
          <a:ext cx="842392" cy="842392"/>
        </a:xfrm>
        <a:prstGeom prst="rect">
          <a:avLst/>
        </a:prstGeom>
        <a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9266314" y="1073526"/>
        <a:ext cx="842392" cy="842392"/>
      </dsp:txXfrm>
    </dsp:sp>
    <dsp:sp modelId="{6EF74D2E-12E9-46F9-9A3F-F4DDF6A15CB8}">
      <dsp:nvSpPr>
        <dsp:cNvPr id="13" name="Rectangles 12"/>
        <dsp:cNvSpPr/>
      </dsp:nvSpPr>
      <dsp:spPr bwMode="white">
        <a:xfrm>
          <a:off x="8484093" y="1984923"/>
          <a:ext cx="2406835" cy="47561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>
              <a:solidFill>
                <a:schemeClr val="tx1"/>
              </a:solidFill>
            </a:rPr>
            <a:t>Used simple branching(A, B, C)</a:t>
          </a:r>
          <a:endParaRPr lang="en-US">
            <a:solidFill>
              <a:schemeClr val="tx1"/>
            </a:solidFill>
          </a:endParaRPr>
        </a:p>
      </dsp:txBody>
      <dsp:txXfrm>
        <a:off x="8484093" y="1984923"/>
        <a:ext cx="2406835" cy="475615"/>
      </dsp:txXfrm>
    </dsp:sp>
    <dsp:sp modelId="{9172F3B1-9959-4F90-8E41-B8F3B494228C}">
      <dsp:nvSpPr>
        <dsp:cNvPr id="14" name="Rectangles 13"/>
        <dsp:cNvSpPr/>
      </dsp:nvSpPr>
      <dsp:spPr bwMode="white">
        <a:xfrm>
          <a:off x="8484093" y="2492634"/>
          <a:ext cx="2406835" cy="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8484093" y="2492634"/>
        <a:ext cx="2406835" cy="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403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creativecommons.org/licenses/by-nc-nd/3.0/" TargetMode="External"/><Relationship Id="rId2" Type="http://schemas.openxmlformats.org/officeDocument/2006/relationships/hyperlink" Target="https://www.irpa.eu/e-se-una-chatbot-pubblica-fosse-progettata-per-condizionare-gli-utenti-considerazioni-a-partire-dal-caso-goio/" TargetMode="Externa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ZA" sz="5800" dirty="0"/>
              <a:t>AWS LEX EC2ChatBuddy-EC2</a:t>
            </a:r>
            <a:endParaRPr lang="en-ZA" sz="5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 fontScale="90000" lnSpcReduction="20000"/>
          </a:bodyPr>
          <a:lstStyle/>
          <a:p>
            <a:r>
              <a:rPr lang="en-ZA" i="1" dirty="0">
                <a:latin typeface="Gautami" panose="020B0502040204020203" pitchFamily="34" charset="0"/>
                <a:cs typeface="Gautami" panose="020B0502040204020203" pitchFamily="34" charset="0"/>
              </a:rPr>
              <a:t>An Educational EC2ChatBuddy demonstration using amazon lex</a:t>
            </a:r>
            <a:endParaRPr lang="en-ZA" i="1" dirty="0"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10" r="8410" b="-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58" name="Straight Connector 57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73053" y="6657945"/>
            <a:ext cx="2658099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ZA" sz="700">
                <a:solidFill>
                  <a:srgbClr val="FFFFFF"/>
                </a:solidFill>
                <a:hlinkClick r:id="rId2" tooltip="https://www.irpa.eu/e-se-una-chatbot-pubblica-fosse-progettata-per-condizionare-gli-utenti-considerazioni-a-partire-dal-caso-goio/"/>
              </a:rPr>
              <a:t>This Photo</a:t>
            </a:r>
            <a:r>
              <a:rPr lang="en-ZA" sz="700">
                <a:solidFill>
                  <a:srgbClr val="FFFFFF"/>
                </a:solidFill>
              </a:rPr>
              <a:t> by Unknown Author is licensed under </a:t>
            </a:r>
            <a:r>
              <a:rPr lang="en-ZA" sz="700">
                <a:solidFill>
                  <a:srgbClr val="FFFFFF"/>
                </a:solidFill>
                <a:hlinkClick r:id="rId3" tooltip="https://creativecommons.org/licenses/by-nc-nd/3.0/"/>
              </a:rPr>
              <a:t>CC BY-NC-ND</a:t>
            </a:r>
            <a:endParaRPr lang="en-ZA" sz="7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 fontScale="90000"/>
          </a:bodyPr>
          <a:lstStyle/>
          <a:p>
            <a:r>
              <a:rPr lang="en-GB" dirty="0"/>
              <a:t>Introduction and project Goal </a:t>
            </a:r>
            <a:br>
              <a:rPr lang="en-GB" dirty="0"/>
            </a:br>
            <a:endParaRPr lang="en-ZA" dirty="0"/>
          </a:p>
        </p:txBody>
      </p:sp>
      <p:pic>
        <p:nvPicPr>
          <p:cNvPr id="5" name="Picture 4" descr="A robot with a face"/>
          <p:cNvPicPr>
            <a:picLocks noChangeAspect="1"/>
          </p:cNvPicPr>
          <p:nvPr/>
        </p:nvPicPr>
        <p:blipFill>
          <a:blip r:embed="rId1"/>
          <a:srcRect l="46679" r="3736" b="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27" name="Straight Connector 2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/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Autofit/>
          </a:bodyPr>
          <a:lstStyle/>
          <a:p>
            <a:r>
              <a:rPr lang="en-GB" dirty="0"/>
              <a:t>The goal of this project was to create An interactive EC2 </a:t>
            </a:r>
            <a:r>
              <a:rPr lang="en-GB" dirty="0" err="1"/>
              <a:t>EC2ChatBuddy</a:t>
            </a:r>
            <a:endParaRPr lang="en-GB" dirty="0"/>
          </a:p>
          <a:p>
            <a:r>
              <a:rPr lang="en-GB" dirty="0"/>
              <a:t> The </a:t>
            </a:r>
            <a:r>
              <a:rPr lang="en-GB" dirty="0" err="1"/>
              <a:t>EC2ChatBuddy</a:t>
            </a:r>
            <a:r>
              <a:rPr lang="en-GB" dirty="0"/>
              <a:t> quizzes learners on Amazon ec2 fundamentals</a:t>
            </a:r>
            <a:endParaRPr lang="en-GB" dirty="0"/>
          </a:p>
          <a:p>
            <a:r>
              <a:rPr lang="en-GB" dirty="0"/>
              <a:t> We used Amazon Lex to build  a conversational quiz experience( </a:t>
            </a:r>
            <a:r>
              <a:rPr lang="en-GB" dirty="0" err="1"/>
              <a:t>EC2ChatBuddy</a:t>
            </a:r>
            <a:r>
              <a:rPr lang="en-GB" dirty="0"/>
              <a:t>)</a:t>
            </a:r>
            <a:endParaRPr lang="en-GB" dirty="0"/>
          </a:p>
          <a:p>
            <a:r>
              <a:rPr lang="en-GB" dirty="0"/>
              <a:t>The solution makes learning more engaging and interactive </a:t>
            </a:r>
            <a:endParaRPr lang="en-Z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GB" dirty="0"/>
              <a:t>Client requirements </a:t>
            </a:r>
            <a:endParaRPr lang="en-ZA" dirty="0"/>
          </a:p>
        </p:txBody>
      </p:sp>
      <p:cxnSp>
        <p:nvCxnSpPr>
          <p:cNvPr id="43" name="Straight Connector 4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2"/>
          <p:cNvGraphicFramePr>
            <a:graphicFrameLocks noGrp="1"/>
          </p:cNvGraphicFramePr>
          <p:nvPr>
            <p:ph idx="1"/>
          </p:nvPr>
        </p:nvGraphicFramePr>
        <p:xfrm>
          <a:off x="245631" y="2468881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ZA"/>
              <a:t>Solutions Overview </a:t>
            </a:r>
            <a:endParaRPr lang="en-ZA" dirty="0"/>
          </a:p>
        </p:txBody>
      </p:sp>
      <p:cxnSp>
        <p:nvCxnSpPr>
          <p:cNvPr id="23" name="Straight Connector 2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GB" dirty="0"/>
              <a:t>Build an interactive </a:t>
            </a:r>
            <a:r>
              <a:rPr lang="en-GB" dirty="0" err="1"/>
              <a:t>EC2ChatBuddy</a:t>
            </a:r>
            <a:r>
              <a:rPr lang="en-GB" dirty="0"/>
              <a:t> using Amazon Lex</a:t>
            </a:r>
            <a:endParaRPr lang="en-GB" dirty="0"/>
          </a:p>
          <a:p>
            <a:r>
              <a:rPr lang="en-GB" dirty="0"/>
              <a:t>Used  Intents and Utterances to start a quiz</a:t>
            </a:r>
            <a:endParaRPr lang="en-GB" dirty="0"/>
          </a:p>
          <a:p>
            <a:r>
              <a:rPr lang="en-GB" dirty="0"/>
              <a:t>Designed multiple choice questions </a:t>
            </a:r>
            <a:endParaRPr lang="en-GB" dirty="0"/>
          </a:p>
          <a:p>
            <a:r>
              <a:rPr lang="en-GB" dirty="0"/>
              <a:t>Implement a feedback for correct and incorrect answers </a:t>
            </a:r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Technical Approach </a:t>
            </a:r>
            <a:br>
              <a:rPr lang="en-ZA" dirty="0"/>
            </a:br>
            <a:endParaRPr lang="en-ZA" dirty="0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LIVE </a:t>
            </a:r>
            <a:r>
              <a:rPr lang="en-GB" dirty="0"/>
              <a:t>DEMONSTRATION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606040"/>
            <a:ext cx="10890928" cy="3566160"/>
          </a:xfrm>
        </p:spPr>
        <p:txBody>
          <a:bodyPr>
            <a:normAutofit/>
          </a:bodyPr>
          <a:lstStyle/>
          <a:p>
            <a:r>
              <a:rPr lang="en-GB" dirty="0"/>
              <a:t>During the demo we will show:
Starting the quiz in Amazon Lex
Answering questions correctly and incorrectly
How the </a:t>
            </a:r>
            <a:r>
              <a:rPr lang="en-GB" dirty="0" err="1"/>
              <a:t>EC2ChatBuddy</a:t>
            </a:r>
            <a:r>
              <a:rPr lang="en-GB" dirty="0"/>
              <a:t> responds with feedback
Smooth flow between quiz questions</a:t>
            </a:r>
            <a:endParaRPr lang="en-Z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Successfully built a working EC2 quiz </a:t>
            </a:r>
            <a:r>
              <a:rPr lang="en-GB" dirty="0" err="1"/>
              <a:t>EC2ChatBuddy</a:t>
            </a:r>
            <a:r>
              <a:rPr lang="en-GB" dirty="0"/>
              <a:t>
The solution meets all client requirements
The </a:t>
            </a:r>
            <a:r>
              <a:rPr lang="en-GB" dirty="0" err="1"/>
              <a:t>EC2ChatBuddy</a:t>
            </a:r>
            <a:r>
              <a:rPr lang="en-GB" dirty="0"/>
              <a:t> can be easily extended to other AWS topics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(S3, VPC, Lambda, etc.) </a:t>
            </a:r>
            <a:endParaRPr lang="en-GB" dirty="0"/>
          </a:p>
          <a:p>
            <a:r>
              <a:rPr lang="en-GB" dirty="0"/>
              <a:t>Ready for deployment and further improvements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</Words>
  <Application>WPS Presentation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Gautami</vt:lpstr>
      <vt:lpstr>Segoe UI Symbol</vt:lpstr>
      <vt:lpstr>Grandview Display</vt:lpstr>
      <vt:lpstr>Segoe Print</vt:lpstr>
      <vt:lpstr>Microsoft YaHei</vt:lpstr>
      <vt:lpstr>Arial Unicode MS</vt:lpstr>
      <vt:lpstr>Calibri</vt:lpstr>
      <vt:lpstr>DashVTI</vt:lpstr>
      <vt:lpstr>AWS LEX ChatBuddy-EC2</vt:lpstr>
      <vt:lpstr>Introduction and project Goal  </vt:lpstr>
      <vt:lpstr>Client requirements </vt:lpstr>
      <vt:lpstr>Solutions Overview </vt:lpstr>
      <vt:lpstr>Technical Approach  </vt:lpstr>
      <vt:lpstr>LIVE DEMONSTRATION</vt:lpstr>
      <vt:lpstr>Conclusion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LEX CHATBOT-EC2</dc:title>
  <dc:creator>NOXOLO HADEBE</dc:creator>
  <cp:lastModifiedBy>Kas sennelo</cp:lastModifiedBy>
  <cp:revision>5</cp:revision>
  <dcterms:created xsi:type="dcterms:W3CDTF">2025-12-15T08:08:00Z</dcterms:created>
  <dcterms:modified xsi:type="dcterms:W3CDTF">2025-12-18T12:03:01Z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D475194BFE214E51AC701CCAED6A8D39_13</vt:lpwstr>
  </property>
  <property fmtid="{D5CDD505-2E9C-101B-9397-08002B2CF9AE}" pid="3" name="KSOProductBuildVer">
    <vt:lpwstr>2057-12.2.0.23149</vt:lpwstr>
  </property>
</Properties>
</file>